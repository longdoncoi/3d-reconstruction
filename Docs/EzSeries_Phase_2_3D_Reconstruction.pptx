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5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5CD8AC-96C4-4491-3CDC-EB3A22C44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0"/>
            <a:ext cx="1371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280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Löทǥ Såÿ</cp:lastModifiedBy>
  <cp:revision>3</cp:revision>
  <dcterms:created xsi:type="dcterms:W3CDTF">2006-08-16T00:00:00Z</dcterms:created>
  <dcterms:modified xsi:type="dcterms:W3CDTF">2026-09-09T07:58:32Z</dcterms:modified>
</cp:coreProperties>
</file>